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7D7D"/>
    <a:srgbClr val="EED4CB"/>
    <a:srgbClr val="F0E2E2"/>
    <a:srgbClr val="EFE2E2"/>
    <a:srgbClr val="9B616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728"/>
    <p:restoredTop sz="94717"/>
  </p:normalViewPr>
  <p:slideViewPr>
    <p:cSldViewPr snapToGrid="0">
      <p:cViewPr varScale="1">
        <p:scale>
          <a:sx n="12" d="100"/>
          <a:sy n="12" d="100"/>
        </p:scale>
        <p:origin x="183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031670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44250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30543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9117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85983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70071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29515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52035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7735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65301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24892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E878B-2824-9044-A243-52A761F375B1}" type="datetimeFigureOut">
              <a:rPr lang="en-KZ" smtClean="0"/>
              <a:t>07/05/2026</a:t>
            </a:fld>
            <a:endParaRPr lang="en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B8614-1EAF-9945-B652-9F28A7586DD2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78876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ED31E9-1D14-E0C1-A9A9-E209D0E34F40}"/>
              </a:ext>
            </a:extLst>
          </p:cNvPr>
          <p:cNvSpPr/>
          <p:nvPr/>
        </p:nvSpPr>
        <p:spPr>
          <a:xfrm>
            <a:off x="17754600" y="1"/>
            <a:ext cx="12520611" cy="6934200"/>
          </a:xfrm>
          <a:prstGeom prst="rect">
            <a:avLst/>
          </a:prstGeom>
          <a:solidFill>
            <a:srgbClr val="9B61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KZ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70BB4-D109-13B6-1F4A-35D9C29930AC}"/>
              </a:ext>
            </a:extLst>
          </p:cNvPr>
          <p:cNvSpPr/>
          <p:nvPr/>
        </p:nvSpPr>
        <p:spPr>
          <a:xfrm>
            <a:off x="-1" y="32613600"/>
            <a:ext cx="15137607" cy="10190163"/>
          </a:xfrm>
          <a:prstGeom prst="rect">
            <a:avLst/>
          </a:prstGeom>
          <a:solidFill>
            <a:srgbClr val="F0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9590C-C3B5-2416-7912-BEDE3D147EAE}"/>
              </a:ext>
            </a:extLst>
          </p:cNvPr>
          <p:cNvSpPr/>
          <p:nvPr/>
        </p:nvSpPr>
        <p:spPr>
          <a:xfrm>
            <a:off x="0" y="6934201"/>
            <a:ext cx="30275213" cy="9263741"/>
          </a:xfrm>
          <a:prstGeom prst="rect">
            <a:avLst/>
          </a:prstGeom>
          <a:solidFill>
            <a:srgbClr val="EFE2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AF98FC-1539-FD90-9918-44B758C706A5}"/>
              </a:ext>
            </a:extLst>
          </p:cNvPr>
          <p:cNvSpPr/>
          <p:nvPr/>
        </p:nvSpPr>
        <p:spPr>
          <a:xfrm>
            <a:off x="0" y="1"/>
            <a:ext cx="17754600" cy="6934200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A0A8F-A609-2FC5-250F-1D2B23742A5F}"/>
              </a:ext>
            </a:extLst>
          </p:cNvPr>
          <p:cNvSpPr txBox="1"/>
          <p:nvPr/>
        </p:nvSpPr>
        <p:spPr>
          <a:xfrm>
            <a:off x="3135086" y="1698171"/>
            <a:ext cx="1200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7200" dirty="0">
                <a:solidFill>
                  <a:schemeClr val="bg1"/>
                </a:solidFill>
              </a:rPr>
              <a:t>Terminology Translation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3A764-2A1E-E2B7-83E3-417580800146}"/>
              </a:ext>
            </a:extLst>
          </p:cNvPr>
          <p:cNvSpPr txBox="1"/>
          <p:nvPr/>
        </p:nvSpPr>
        <p:spPr>
          <a:xfrm>
            <a:off x="18272693" y="1098006"/>
            <a:ext cx="1200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72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55E8A-EE7A-7944-F30B-B6B6B188D557}"/>
              </a:ext>
            </a:extLst>
          </p:cNvPr>
          <p:cNvSpPr txBox="1"/>
          <p:nvPr/>
        </p:nvSpPr>
        <p:spPr>
          <a:xfrm>
            <a:off x="2194493" y="9498877"/>
            <a:ext cx="1200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7200" dirty="0"/>
              <a:t>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7A07F5-9BCA-5352-73D9-16F5C1737994}"/>
              </a:ext>
            </a:extLst>
          </p:cNvPr>
          <p:cNvSpPr txBox="1"/>
          <p:nvPr/>
        </p:nvSpPr>
        <p:spPr>
          <a:xfrm>
            <a:off x="2194493" y="18311586"/>
            <a:ext cx="1200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7200" dirty="0"/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583429-C526-E91C-762E-1D34FDA51424}"/>
              </a:ext>
            </a:extLst>
          </p:cNvPr>
          <p:cNvSpPr txBox="1"/>
          <p:nvPr/>
        </p:nvSpPr>
        <p:spPr>
          <a:xfrm>
            <a:off x="1567542" y="34013506"/>
            <a:ext cx="1200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7200" dirty="0"/>
              <a:t>Discussion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CA561-FC2C-930A-8685-76DF1E16B6A2}"/>
              </a:ext>
            </a:extLst>
          </p:cNvPr>
          <p:cNvSpPr/>
          <p:nvPr/>
        </p:nvSpPr>
        <p:spPr>
          <a:xfrm>
            <a:off x="15137604" y="32613601"/>
            <a:ext cx="15137607" cy="6553200"/>
          </a:xfrm>
          <a:prstGeom prst="rect">
            <a:avLst/>
          </a:prstGeom>
          <a:solidFill>
            <a:srgbClr val="EED4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DB1DE-E5C1-A7D9-FAA2-C796EC4216D1}"/>
              </a:ext>
            </a:extLst>
          </p:cNvPr>
          <p:cNvSpPr/>
          <p:nvPr/>
        </p:nvSpPr>
        <p:spPr>
          <a:xfrm>
            <a:off x="15137606" y="39166801"/>
            <a:ext cx="15137605" cy="3636961"/>
          </a:xfrm>
          <a:prstGeom prst="rect">
            <a:avLst/>
          </a:prstGeom>
          <a:solidFill>
            <a:srgbClr val="AA7D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ACF02-2F52-8891-79E4-2EC3F92006F2}"/>
              </a:ext>
            </a:extLst>
          </p:cNvPr>
          <p:cNvSpPr txBox="1"/>
          <p:nvPr/>
        </p:nvSpPr>
        <p:spPr>
          <a:xfrm>
            <a:off x="16705148" y="34013505"/>
            <a:ext cx="1200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7200" dirty="0"/>
              <a:t>Conclusion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ECA032-48C8-92E8-5E2B-7F5C147FB1A6}"/>
              </a:ext>
            </a:extLst>
          </p:cNvPr>
          <p:cNvSpPr txBox="1"/>
          <p:nvPr/>
        </p:nvSpPr>
        <p:spPr>
          <a:xfrm>
            <a:off x="16392694" y="39366376"/>
            <a:ext cx="1200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Z" sz="720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1768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632</TotalTime>
  <Words>8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Ilnur Gayetov</dc:creator>
  <cp:lastModifiedBy>Ivan Pylypenko</cp:lastModifiedBy>
  <cp:revision>3</cp:revision>
  <dcterms:created xsi:type="dcterms:W3CDTF">2026-07-03T11:23:04Z</dcterms:created>
  <dcterms:modified xsi:type="dcterms:W3CDTF">2026-07-05T13:28:40Z</dcterms:modified>
</cp:coreProperties>
</file>