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6" r:id="rId2"/>
  </p:sldIdLst>
  <p:sldSz cx="30275213" cy="42803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A7D7D"/>
    <a:srgbClr val="EED4CB"/>
    <a:srgbClr val="F0E2E2"/>
    <a:srgbClr val="EFE2E2"/>
    <a:srgbClr val="9B6162"/>
    <a:srgbClr val="5959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728"/>
    <p:restoredTop sz="94717"/>
  </p:normalViewPr>
  <p:slideViewPr>
    <p:cSldViewPr snapToGrid="0">
      <p:cViewPr>
        <p:scale>
          <a:sx n="25" d="100"/>
          <a:sy n="25" d="100"/>
        </p:scale>
        <p:origin x="566" y="-21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641" y="7005156"/>
            <a:ext cx="25733931" cy="14902051"/>
          </a:xfrm>
        </p:spPr>
        <p:txBody>
          <a:bodyPr anchor="b"/>
          <a:lstStyle>
            <a:lvl1pPr algn="ctr">
              <a:defRPr sz="1986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84402" y="22481887"/>
            <a:ext cx="22706410" cy="10334331"/>
          </a:xfrm>
        </p:spPr>
        <p:txBody>
          <a:bodyPr/>
          <a:lstStyle>
            <a:lvl1pPr marL="0" indent="0" algn="ctr">
              <a:buNone/>
              <a:defRPr sz="7946"/>
            </a:lvl1pPr>
            <a:lvl2pPr marL="1513743" indent="0" algn="ctr">
              <a:buNone/>
              <a:defRPr sz="6622"/>
            </a:lvl2pPr>
            <a:lvl3pPr marL="3027487" indent="0" algn="ctr">
              <a:buNone/>
              <a:defRPr sz="5960"/>
            </a:lvl3pPr>
            <a:lvl4pPr marL="4541230" indent="0" algn="ctr">
              <a:buNone/>
              <a:defRPr sz="5297"/>
            </a:lvl4pPr>
            <a:lvl5pPr marL="6054974" indent="0" algn="ctr">
              <a:buNone/>
              <a:defRPr sz="5297"/>
            </a:lvl5pPr>
            <a:lvl6pPr marL="7568717" indent="0" algn="ctr">
              <a:buNone/>
              <a:defRPr sz="5297"/>
            </a:lvl6pPr>
            <a:lvl7pPr marL="9082461" indent="0" algn="ctr">
              <a:buNone/>
              <a:defRPr sz="5297"/>
            </a:lvl7pPr>
            <a:lvl8pPr marL="10596204" indent="0" algn="ctr">
              <a:buNone/>
              <a:defRPr sz="5297"/>
            </a:lvl8pPr>
            <a:lvl9pPr marL="12109948" indent="0" algn="ctr">
              <a:buNone/>
              <a:defRPr sz="5297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E878B-2824-9044-A243-52A761F375B1}" type="datetimeFigureOut">
              <a:rPr lang="en-KZ" smtClean="0"/>
              <a:t>07/04/2026</a:t>
            </a:fld>
            <a:endParaRPr lang="en-K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B8614-1EAF-9945-B652-9F28A7586DD2}" type="slidenum">
              <a:rPr lang="en-KZ" smtClean="0"/>
              <a:t>‹#›</a:t>
            </a:fld>
            <a:endParaRPr lang="en-KZ"/>
          </a:p>
        </p:txBody>
      </p:sp>
    </p:spTree>
    <p:extLst>
      <p:ext uri="{BB962C8B-B14F-4D97-AF65-F5344CB8AC3E}">
        <p14:creationId xmlns:p14="http://schemas.microsoft.com/office/powerpoint/2010/main" val="20316706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E878B-2824-9044-A243-52A761F375B1}" type="datetimeFigureOut">
              <a:rPr lang="en-KZ" smtClean="0"/>
              <a:t>07/04/2026</a:t>
            </a:fld>
            <a:endParaRPr lang="en-K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B8614-1EAF-9945-B652-9F28A7586DD2}" type="slidenum">
              <a:rPr lang="en-KZ" smtClean="0"/>
              <a:t>‹#›</a:t>
            </a:fld>
            <a:endParaRPr lang="en-KZ"/>
          </a:p>
        </p:txBody>
      </p:sp>
    </p:spTree>
    <p:extLst>
      <p:ext uri="{BB962C8B-B14F-4D97-AF65-F5344CB8AC3E}">
        <p14:creationId xmlns:p14="http://schemas.microsoft.com/office/powerpoint/2010/main" val="34425017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5654" y="10671229"/>
            <a:ext cx="26112371" cy="17805173"/>
          </a:xfrm>
        </p:spPr>
        <p:txBody>
          <a:bodyPr anchor="b"/>
          <a:lstStyle>
            <a:lvl1pPr>
              <a:defRPr sz="1986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5654" y="28644846"/>
            <a:ext cx="26112371" cy="9363320"/>
          </a:xfrm>
        </p:spPr>
        <p:txBody>
          <a:bodyPr/>
          <a:lstStyle>
            <a:lvl1pPr marL="0" indent="0">
              <a:buNone/>
              <a:defRPr sz="7946">
                <a:solidFill>
                  <a:schemeClr val="tx1">
                    <a:tint val="82000"/>
                  </a:schemeClr>
                </a:solidFill>
              </a:defRPr>
            </a:lvl1pPr>
            <a:lvl2pPr marL="1513743" indent="0">
              <a:buNone/>
              <a:defRPr sz="6622">
                <a:solidFill>
                  <a:schemeClr val="tx1">
                    <a:tint val="82000"/>
                  </a:schemeClr>
                </a:solidFill>
              </a:defRPr>
            </a:lvl2pPr>
            <a:lvl3pPr marL="3027487" indent="0">
              <a:buNone/>
              <a:defRPr sz="5960">
                <a:solidFill>
                  <a:schemeClr val="tx1">
                    <a:tint val="82000"/>
                  </a:schemeClr>
                </a:solidFill>
              </a:defRPr>
            </a:lvl3pPr>
            <a:lvl4pPr marL="4541230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4pPr>
            <a:lvl5pPr marL="6054974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5pPr>
            <a:lvl6pPr marL="7568717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6pPr>
            <a:lvl7pPr marL="9082461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7pPr>
            <a:lvl8pPr marL="10596204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8pPr>
            <a:lvl9pPr marL="12109948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E878B-2824-9044-A243-52A761F375B1}" type="datetimeFigureOut">
              <a:rPr lang="en-KZ" smtClean="0"/>
              <a:t>07/04/2026</a:t>
            </a:fld>
            <a:endParaRPr lang="en-K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B8614-1EAF-9945-B652-9F28A7586DD2}" type="slidenum">
              <a:rPr lang="en-KZ" smtClean="0"/>
              <a:t>‹#›</a:t>
            </a:fld>
            <a:endParaRPr lang="en-KZ"/>
          </a:p>
        </p:txBody>
      </p:sp>
    </p:spTree>
    <p:extLst>
      <p:ext uri="{BB962C8B-B14F-4D97-AF65-F5344CB8AC3E}">
        <p14:creationId xmlns:p14="http://schemas.microsoft.com/office/powerpoint/2010/main" val="23054394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81421" y="11394520"/>
            <a:ext cx="12866966" cy="271585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26826" y="11394520"/>
            <a:ext cx="12866966" cy="271585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E878B-2824-9044-A243-52A761F375B1}" type="datetimeFigureOut">
              <a:rPr lang="en-KZ" smtClean="0"/>
              <a:t>07/04/2026</a:t>
            </a:fld>
            <a:endParaRPr lang="en-K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B8614-1EAF-9945-B652-9F28A7586DD2}" type="slidenum">
              <a:rPr lang="en-KZ" smtClean="0"/>
              <a:t>‹#›</a:t>
            </a:fld>
            <a:endParaRPr lang="en-KZ"/>
          </a:p>
        </p:txBody>
      </p:sp>
    </p:spTree>
    <p:extLst>
      <p:ext uri="{BB962C8B-B14F-4D97-AF65-F5344CB8AC3E}">
        <p14:creationId xmlns:p14="http://schemas.microsoft.com/office/powerpoint/2010/main" val="41911794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278913"/>
            <a:ext cx="26112371" cy="82734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5368" y="10492870"/>
            <a:ext cx="12807832" cy="5142393"/>
          </a:xfrm>
        </p:spPr>
        <p:txBody>
          <a:bodyPr anchor="b"/>
          <a:lstStyle>
            <a:lvl1pPr marL="0" indent="0">
              <a:buNone/>
              <a:defRPr sz="7946" b="1"/>
            </a:lvl1pPr>
            <a:lvl2pPr marL="1513743" indent="0">
              <a:buNone/>
              <a:defRPr sz="6622" b="1"/>
            </a:lvl2pPr>
            <a:lvl3pPr marL="3027487" indent="0">
              <a:buNone/>
              <a:defRPr sz="5960" b="1"/>
            </a:lvl3pPr>
            <a:lvl4pPr marL="4541230" indent="0">
              <a:buNone/>
              <a:defRPr sz="5297" b="1"/>
            </a:lvl4pPr>
            <a:lvl5pPr marL="6054974" indent="0">
              <a:buNone/>
              <a:defRPr sz="5297" b="1"/>
            </a:lvl5pPr>
            <a:lvl6pPr marL="7568717" indent="0">
              <a:buNone/>
              <a:defRPr sz="5297" b="1"/>
            </a:lvl6pPr>
            <a:lvl7pPr marL="9082461" indent="0">
              <a:buNone/>
              <a:defRPr sz="5297" b="1"/>
            </a:lvl7pPr>
            <a:lvl8pPr marL="10596204" indent="0">
              <a:buNone/>
              <a:defRPr sz="5297" b="1"/>
            </a:lvl8pPr>
            <a:lvl9pPr marL="12109948" indent="0">
              <a:buNone/>
              <a:defRPr sz="529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5368" y="15635264"/>
            <a:ext cx="12807832" cy="229971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26828" y="10492870"/>
            <a:ext cx="12870909" cy="5142393"/>
          </a:xfrm>
        </p:spPr>
        <p:txBody>
          <a:bodyPr anchor="b"/>
          <a:lstStyle>
            <a:lvl1pPr marL="0" indent="0">
              <a:buNone/>
              <a:defRPr sz="7946" b="1"/>
            </a:lvl1pPr>
            <a:lvl2pPr marL="1513743" indent="0">
              <a:buNone/>
              <a:defRPr sz="6622" b="1"/>
            </a:lvl2pPr>
            <a:lvl3pPr marL="3027487" indent="0">
              <a:buNone/>
              <a:defRPr sz="5960" b="1"/>
            </a:lvl3pPr>
            <a:lvl4pPr marL="4541230" indent="0">
              <a:buNone/>
              <a:defRPr sz="5297" b="1"/>
            </a:lvl4pPr>
            <a:lvl5pPr marL="6054974" indent="0">
              <a:buNone/>
              <a:defRPr sz="5297" b="1"/>
            </a:lvl5pPr>
            <a:lvl6pPr marL="7568717" indent="0">
              <a:buNone/>
              <a:defRPr sz="5297" b="1"/>
            </a:lvl6pPr>
            <a:lvl7pPr marL="9082461" indent="0">
              <a:buNone/>
              <a:defRPr sz="5297" b="1"/>
            </a:lvl7pPr>
            <a:lvl8pPr marL="10596204" indent="0">
              <a:buNone/>
              <a:defRPr sz="5297" b="1"/>
            </a:lvl8pPr>
            <a:lvl9pPr marL="12109948" indent="0">
              <a:buNone/>
              <a:defRPr sz="529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26828" y="15635264"/>
            <a:ext cx="12870909" cy="229971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E878B-2824-9044-A243-52A761F375B1}" type="datetimeFigureOut">
              <a:rPr lang="en-KZ" smtClean="0"/>
              <a:t>07/04/2026</a:t>
            </a:fld>
            <a:endParaRPr lang="en-KZ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Z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B8614-1EAF-9945-B652-9F28A7586DD2}" type="slidenum">
              <a:rPr lang="en-KZ" smtClean="0"/>
              <a:t>‹#›</a:t>
            </a:fld>
            <a:endParaRPr lang="en-KZ"/>
          </a:p>
        </p:txBody>
      </p:sp>
    </p:spTree>
    <p:extLst>
      <p:ext uri="{BB962C8B-B14F-4D97-AF65-F5344CB8AC3E}">
        <p14:creationId xmlns:p14="http://schemas.microsoft.com/office/powerpoint/2010/main" val="38598332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E878B-2824-9044-A243-52A761F375B1}" type="datetimeFigureOut">
              <a:rPr lang="en-KZ" smtClean="0"/>
              <a:t>07/04/2026</a:t>
            </a:fld>
            <a:endParaRPr lang="en-KZ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Z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B8614-1EAF-9945-B652-9F28A7586DD2}" type="slidenum">
              <a:rPr lang="en-KZ" smtClean="0"/>
              <a:t>‹#›</a:t>
            </a:fld>
            <a:endParaRPr lang="en-KZ"/>
          </a:p>
        </p:txBody>
      </p:sp>
    </p:spTree>
    <p:extLst>
      <p:ext uri="{BB962C8B-B14F-4D97-AF65-F5344CB8AC3E}">
        <p14:creationId xmlns:p14="http://schemas.microsoft.com/office/powerpoint/2010/main" val="27007172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E878B-2824-9044-A243-52A761F375B1}" type="datetimeFigureOut">
              <a:rPr lang="en-KZ" smtClean="0"/>
              <a:t>07/04/2026</a:t>
            </a:fld>
            <a:endParaRPr lang="en-KZ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B8614-1EAF-9945-B652-9F28A7586DD2}" type="slidenum">
              <a:rPr lang="en-KZ" smtClean="0"/>
              <a:t>‹#›</a:t>
            </a:fld>
            <a:endParaRPr lang="en-KZ"/>
          </a:p>
        </p:txBody>
      </p:sp>
    </p:spTree>
    <p:extLst>
      <p:ext uri="{BB962C8B-B14F-4D97-AF65-F5344CB8AC3E}">
        <p14:creationId xmlns:p14="http://schemas.microsoft.com/office/powerpoint/2010/main" val="12951589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853584"/>
            <a:ext cx="9764544" cy="9987545"/>
          </a:xfrm>
        </p:spPr>
        <p:txBody>
          <a:bodyPr anchor="b"/>
          <a:lstStyle>
            <a:lvl1pPr>
              <a:defRPr sz="1059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70909" y="6162959"/>
            <a:ext cx="15326827" cy="30418415"/>
          </a:xfrm>
        </p:spPr>
        <p:txBody>
          <a:bodyPr/>
          <a:lstStyle>
            <a:lvl1pPr>
              <a:defRPr sz="10595"/>
            </a:lvl1pPr>
            <a:lvl2pPr>
              <a:defRPr sz="9271"/>
            </a:lvl2pPr>
            <a:lvl3pPr>
              <a:defRPr sz="7946"/>
            </a:lvl3pPr>
            <a:lvl4pPr>
              <a:defRPr sz="6622"/>
            </a:lvl4pPr>
            <a:lvl5pPr>
              <a:defRPr sz="6622"/>
            </a:lvl5pPr>
            <a:lvl6pPr>
              <a:defRPr sz="6622"/>
            </a:lvl6pPr>
            <a:lvl7pPr>
              <a:defRPr sz="6622"/>
            </a:lvl7pPr>
            <a:lvl8pPr>
              <a:defRPr sz="6622"/>
            </a:lvl8pPr>
            <a:lvl9pPr>
              <a:defRPr sz="662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12841129"/>
            <a:ext cx="9764544" cy="23789780"/>
          </a:xfrm>
        </p:spPr>
        <p:txBody>
          <a:bodyPr/>
          <a:lstStyle>
            <a:lvl1pPr marL="0" indent="0">
              <a:buNone/>
              <a:defRPr sz="5297"/>
            </a:lvl1pPr>
            <a:lvl2pPr marL="1513743" indent="0">
              <a:buNone/>
              <a:defRPr sz="4635"/>
            </a:lvl2pPr>
            <a:lvl3pPr marL="3027487" indent="0">
              <a:buNone/>
              <a:defRPr sz="3973"/>
            </a:lvl3pPr>
            <a:lvl4pPr marL="4541230" indent="0">
              <a:buNone/>
              <a:defRPr sz="3311"/>
            </a:lvl4pPr>
            <a:lvl5pPr marL="6054974" indent="0">
              <a:buNone/>
              <a:defRPr sz="3311"/>
            </a:lvl5pPr>
            <a:lvl6pPr marL="7568717" indent="0">
              <a:buNone/>
              <a:defRPr sz="3311"/>
            </a:lvl6pPr>
            <a:lvl7pPr marL="9082461" indent="0">
              <a:buNone/>
              <a:defRPr sz="3311"/>
            </a:lvl7pPr>
            <a:lvl8pPr marL="10596204" indent="0">
              <a:buNone/>
              <a:defRPr sz="3311"/>
            </a:lvl8pPr>
            <a:lvl9pPr marL="12109948" indent="0">
              <a:buNone/>
              <a:defRPr sz="331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E878B-2824-9044-A243-52A761F375B1}" type="datetimeFigureOut">
              <a:rPr lang="en-KZ" smtClean="0"/>
              <a:t>07/04/2026</a:t>
            </a:fld>
            <a:endParaRPr lang="en-K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B8614-1EAF-9945-B652-9F28A7586DD2}" type="slidenum">
              <a:rPr lang="en-KZ" smtClean="0"/>
              <a:t>‹#›</a:t>
            </a:fld>
            <a:endParaRPr lang="en-KZ"/>
          </a:p>
        </p:txBody>
      </p:sp>
    </p:spTree>
    <p:extLst>
      <p:ext uri="{BB962C8B-B14F-4D97-AF65-F5344CB8AC3E}">
        <p14:creationId xmlns:p14="http://schemas.microsoft.com/office/powerpoint/2010/main" val="35203577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853584"/>
            <a:ext cx="9764544" cy="9987545"/>
          </a:xfrm>
        </p:spPr>
        <p:txBody>
          <a:bodyPr anchor="b"/>
          <a:lstStyle>
            <a:lvl1pPr>
              <a:defRPr sz="1059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70909" y="6162959"/>
            <a:ext cx="15326827" cy="30418415"/>
          </a:xfrm>
        </p:spPr>
        <p:txBody>
          <a:bodyPr anchor="t"/>
          <a:lstStyle>
            <a:lvl1pPr marL="0" indent="0">
              <a:buNone/>
              <a:defRPr sz="10595"/>
            </a:lvl1pPr>
            <a:lvl2pPr marL="1513743" indent="0">
              <a:buNone/>
              <a:defRPr sz="9271"/>
            </a:lvl2pPr>
            <a:lvl3pPr marL="3027487" indent="0">
              <a:buNone/>
              <a:defRPr sz="7946"/>
            </a:lvl3pPr>
            <a:lvl4pPr marL="4541230" indent="0">
              <a:buNone/>
              <a:defRPr sz="6622"/>
            </a:lvl4pPr>
            <a:lvl5pPr marL="6054974" indent="0">
              <a:buNone/>
              <a:defRPr sz="6622"/>
            </a:lvl5pPr>
            <a:lvl6pPr marL="7568717" indent="0">
              <a:buNone/>
              <a:defRPr sz="6622"/>
            </a:lvl6pPr>
            <a:lvl7pPr marL="9082461" indent="0">
              <a:buNone/>
              <a:defRPr sz="6622"/>
            </a:lvl7pPr>
            <a:lvl8pPr marL="10596204" indent="0">
              <a:buNone/>
              <a:defRPr sz="6622"/>
            </a:lvl8pPr>
            <a:lvl9pPr marL="12109948" indent="0">
              <a:buNone/>
              <a:defRPr sz="6622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12841129"/>
            <a:ext cx="9764544" cy="23789780"/>
          </a:xfrm>
        </p:spPr>
        <p:txBody>
          <a:bodyPr/>
          <a:lstStyle>
            <a:lvl1pPr marL="0" indent="0">
              <a:buNone/>
              <a:defRPr sz="5297"/>
            </a:lvl1pPr>
            <a:lvl2pPr marL="1513743" indent="0">
              <a:buNone/>
              <a:defRPr sz="4635"/>
            </a:lvl2pPr>
            <a:lvl3pPr marL="3027487" indent="0">
              <a:buNone/>
              <a:defRPr sz="3973"/>
            </a:lvl3pPr>
            <a:lvl4pPr marL="4541230" indent="0">
              <a:buNone/>
              <a:defRPr sz="3311"/>
            </a:lvl4pPr>
            <a:lvl5pPr marL="6054974" indent="0">
              <a:buNone/>
              <a:defRPr sz="3311"/>
            </a:lvl5pPr>
            <a:lvl6pPr marL="7568717" indent="0">
              <a:buNone/>
              <a:defRPr sz="3311"/>
            </a:lvl6pPr>
            <a:lvl7pPr marL="9082461" indent="0">
              <a:buNone/>
              <a:defRPr sz="3311"/>
            </a:lvl7pPr>
            <a:lvl8pPr marL="10596204" indent="0">
              <a:buNone/>
              <a:defRPr sz="3311"/>
            </a:lvl8pPr>
            <a:lvl9pPr marL="12109948" indent="0">
              <a:buNone/>
              <a:defRPr sz="331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E878B-2824-9044-A243-52A761F375B1}" type="datetimeFigureOut">
              <a:rPr lang="en-KZ" smtClean="0"/>
              <a:t>07/04/2026</a:t>
            </a:fld>
            <a:endParaRPr lang="en-K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B8614-1EAF-9945-B652-9F28A7586DD2}" type="slidenum">
              <a:rPr lang="en-KZ" smtClean="0"/>
              <a:t>‹#›</a:t>
            </a:fld>
            <a:endParaRPr lang="en-KZ"/>
          </a:p>
        </p:txBody>
      </p:sp>
    </p:spTree>
    <p:extLst>
      <p:ext uri="{BB962C8B-B14F-4D97-AF65-F5344CB8AC3E}">
        <p14:creationId xmlns:p14="http://schemas.microsoft.com/office/powerpoint/2010/main" val="19773532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E878B-2824-9044-A243-52A761F375B1}" type="datetimeFigureOut">
              <a:rPr lang="en-KZ" smtClean="0"/>
              <a:t>07/04/2026</a:t>
            </a:fld>
            <a:endParaRPr lang="en-K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B8614-1EAF-9945-B652-9F28A7586DD2}" type="slidenum">
              <a:rPr lang="en-KZ" smtClean="0"/>
              <a:t>‹#›</a:t>
            </a:fld>
            <a:endParaRPr lang="en-KZ"/>
          </a:p>
        </p:txBody>
      </p:sp>
    </p:spTree>
    <p:extLst>
      <p:ext uri="{BB962C8B-B14F-4D97-AF65-F5344CB8AC3E}">
        <p14:creationId xmlns:p14="http://schemas.microsoft.com/office/powerpoint/2010/main" val="36530164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65701" y="2278904"/>
            <a:ext cx="6528093" cy="3627421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81423" y="2278904"/>
            <a:ext cx="19205838" cy="3627421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1E878B-2824-9044-A243-52A761F375B1}" type="datetimeFigureOut">
              <a:rPr lang="en-KZ" smtClean="0"/>
              <a:t>07/04/2026</a:t>
            </a:fld>
            <a:endParaRPr lang="en-K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B8614-1EAF-9945-B652-9F28A7586DD2}" type="slidenum">
              <a:rPr lang="en-KZ" smtClean="0"/>
              <a:t>‹#›</a:t>
            </a:fld>
            <a:endParaRPr lang="en-KZ"/>
          </a:p>
        </p:txBody>
      </p:sp>
    </p:spTree>
    <p:extLst>
      <p:ext uri="{BB962C8B-B14F-4D97-AF65-F5344CB8AC3E}">
        <p14:creationId xmlns:p14="http://schemas.microsoft.com/office/powerpoint/2010/main" val="12489226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81421" y="2278913"/>
            <a:ext cx="26112371" cy="827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1421" y="11394520"/>
            <a:ext cx="26112371" cy="271585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81421" y="39672756"/>
            <a:ext cx="681192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9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1E878B-2824-9044-A243-52A761F375B1}" type="datetimeFigureOut">
              <a:rPr lang="en-KZ" smtClean="0"/>
              <a:t>07/04/2026</a:t>
            </a:fld>
            <a:endParaRPr lang="en-K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28665" y="39672756"/>
            <a:ext cx="10217884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9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K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81869" y="39672756"/>
            <a:ext cx="681192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9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0B8614-1EAF-9945-B652-9F28A7586DD2}" type="slidenum">
              <a:rPr lang="en-KZ" smtClean="0"/>
              <a:t>‹#›</a:t>
            </a:fld>
            <a:endParaRPr lang="en-KZ"/>
          </a:p>
        </p:txBody>
      </p:sp>
    </p:spTree>
    <p:extLst>
      <p:ext uri="{BB962C8B-B14F-4D97-AF65-F5344CB8AC3E}">
        <p14:creationId xmlns:p14="http://schemas.microsoft.com/office/powerpoint/2010/main" val="37887656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3027487" rtl="0" eaLnBrk="1" latinLnBrk="0" hangingPunct="1">
        <a:lnSpc>
          <a:spcPct val="90000"/>
        </a:lnSpc>
        <a:spcBef>
          <a:spcPct val="0"/>
        </a:spcBef>
        <a:buNone/>
        <a:defRPr sz="1456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56872" indent="-756872" algn="l" defTabSz="3027487" rtl="0" eaLnBrk="1" latinLnBrk="0" hangingPunct="1">
        <a:lnSpc>
          <a:spcPct val="90000"/>
        </a:lnSpc>
        <a:spcBef>
          <a:spcPts val="3311"/>
        </a:spcBef>
        <a:buFont typeface="Arial" panose="020B0604020202020204" pitchFamily="34" charset="0"/>
        <a:buChar char="•"/>
        <a:defRPr sz="9271" kern="1200">
          <a:solidFill>
            <a:schemeClr val="tx1"/>
          </a:solidFill>
          <a:latin typeface="+mn-lt"/>
          <a:ea typeface="+mn-ea"/>
          <a:cs typeface="+mn-cs"/>
        </a:defRPr>
      </a:lvl1pPr>
      <a:lvl2pPr marL="2270615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7946" kern="1200">
          <a:solidFill>
            <a:schemeClr val="tx1"/>
          </a:solidFill>
          <a:latin typeface="+mn-lt"/>
          <a:ea typeface="+mn-ea"/>
          <a:cs typeface="+mn-cs"/>
        </a:defRPr>
      </a:lvl2pPr>
      <a:lvl3pPr marL="3784359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6622" kern="1200">
          <a:solidFill>
            <a:schemeClr val="tx1"/>
          </a:solidFill>
          <a:latin typeface="+mn-lt"/>
          <a:ea typeface="+mn-ea"/>
          <a:cs typeface="+mn-cs"/>
        </a:defRPr>
      </a:lvl3pPr>
      <a:lvl4pPr marL="5298102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4pPr>
      <a:lvl5pPr marL="6811846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5pPr>
      <a:lvl6pPr marL="8325589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6pPr>
      <a:lvl7pPr marL="9839333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7pPr>
      <a:lvl8pPr marL="11353076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8pPr>
      <a:lvl9pPr marL="12866820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1pPr>
      <a:lvl2pPr marL="1513743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2pPr>
      <a:lvl3pPr marL="3027487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3pPr>
      <a:lvl4pPr marL="4541230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4pPr>
      <a:lvl5pPr marL="6054974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5pPr>
      <a:lvl6pPr marL="7568717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6pPr>
      <a:lvl7pPr marL="9082461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7pPr>
      <a:lvl8pPr marL="10596204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8pPr>
      <a:lvl9pPr marL="12109948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7ED31E9-1D14-E0C1-A9A9-E209D0E34F40}"/>
              </a:ext>
            </a:extLst>
          </p:cNvPr>
          <p:cNvSpPr/>
          <p:nvPr/>
        </p:nvSpPr>
        <p:spPr>
          <a:xfrm>
            <a:off x="17754600" y="1"/>
            <a:ext cx="12520611" cy="6934200"/>
          </a:xfrm>
          <a:prstGeom prst="rect">
            <a:avLst/>
          </a:prstGeom>
          <a:solidFill>
            <a:srgbClr val="9B616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KZ" dirty="0">
              <a:solidFill>
                <a:schemeClr val="bg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8D70BB4-D109-13B6-1F4A-35D9C29930AC}"/>
              </a:ext>
            </a:extLst>
          </p:cNvPr>
          <p:cNvSpPr/>
          <p:nvPr/>
        </p:nvSpPr>
        <p:spPr>
          <a:xfrm>
            <a:off x="-1" y="32613600"/>
            <a:ext cx="15137607" cy="10190163"/>
          </a:xfrm>
          <a:prstGeom prst="rect">
            <a:avLst/>
          </a:prstGeom>
          <a:solidFill>
            <a:srgbClr val="F0E2E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Z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39590C-C3B5-2416-7912-BEDE3D147EAE}"/>
              </a:ext>
            </a:extLst>
          </p:cNvPr>
          <p:cNvSpPr/>
          <p:nvPr/>
        </p:nvSpPr>
        <p:spPr>
          <a:xfrm>
            <a:off x="0" y="6934201"/>
            <a:ext cx="30275213" cy="9263741"/>
          </a:xfrm>
          <a:prstGeom prst="rect">
            <a:avLst/>
          </a:prstGeom>
          <a:solidFill>
            <a:srgbClr val="EFE2E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Z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AF98FC-1539-FD90-9918-44B758C706A5}"/>
              </a:ext>
            </a:extLst>
          </p:cNvPr>
          <p:cNvSpPr/>
          <p:nvPr/>
        </p:nvSpPr>
        <p:spPr>
          <a:xfrm>
            <a:off x="0" y="1"/>
            <a:ext cx="17754600" cy="6934200"/>
          </a:xfrm>
          <a:prstGeom prst="rect">
            <a:avLst/>
          </a:prstGeom>
          <a:solidFill>
            <a:srgbClr val="59595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Z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6A0A8F-A609-2FC5-250F-1D2B23742A5F}"/>
              </a:ext>
            </a:extLst>
          </p:cNvPr>
          <p:cNvSpPr txBox="1"/>
          <p:nvPr/>
        </p:nvSpPr>
        <p:spPr>
          <a:xfrm>
            <a:off x="3135086" y="1698171"/>
            <a:ext cx="120025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KZ" sz="7200" dirty="0">
                <a:solidFill>
                  <a:schemeClr val="bg1"/>
                </a:solidFill>
              </a:rPr>
              <a:t>Terminology Translation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53A764-2A1E-E2B7-83E3-417580800146}"/>
              </a:ext>
            </a:extLst>
          </p:cNvPr>
          <p:cNvSpPr txBox="1"/>
          <p:nvPr/>
        </p:nvSpPr>
        <p:spPr>
          <a:xfrm>
            <a:off x="18272693" y="1098006"/>
            <a:ext cx="120025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KZ" sz="7200" dirty="0">
                <a:solidFill>
                  <a:schemeClr val="bg1"/>
                </a:solidFill>
              </a:rPr>
              <a:t>Introduction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755E8A-EE7A-7944-F30B-B6B6B188D557}"/>
              </a:ext>
            </a:extLst>
          </p:cNvPr>
          <p:cNvSpPr txBox="1"/>
          <p:nvPr/>
        </p:nvSpPr>
        <p:spPr>
          <a:xfrm>
            <a:off x="2194493" y="9498877"/>
            <a:ext cx="120025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KZ" sz="7200" dirty="0"/>
              <a:t>Methods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7A07F5-9BCA-5352-73D9-16F5C1737994}"/>
              </a:ext>
            </a:extLst>
          </p:cNvPr>
          <p:cNvSpPr txBox="1"/>
          <p:nvPr/>
        </p:nvSpPr>
        <p:spPr>
          <a:xfrm>
            <a:off x="2194493" y="18311586"/>
            <a:ext cx="120025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KZ" sz="7200" dirty="0"/>
              <a:t>Results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583429-C526-E91C-762E-1D34FDA51424}"/>
              </a:ext>
            </a:extLst>
          </p:cNvPr>
          <p:cNvSpPr txBox="1"/>
          <p:nvPr/>
        </p:nvSpPr>
        <p:spPr>
          <a:xfrm>
            <a:off x="1567542" y="34013506"/>
            <a:ext cx="120025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KZ" sz="7200" dirty="0"/>
              <a:t>Discussion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78CA561-FC2C-930A-8685-76DF1E16B6A2}"/>
              </a:ext>
            </a:extLst>
          </p:cNvPr>
          <p:cNvSpPr/>
          <p:nvPr/>
        </p:nvSpPr>
        <p:spPr>
          <a:xfrm>
            <a:off x="15137604" y="32613601"/>
            <a:ext cx="15137607" cy="6553200"/>
          </a:xfrm>
          <a:prstGeom prst="rect">
            <a:avLst/>
          </a:prstGeom>
          <a:solidFill>
            <a:srgbClr val="EED4C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Z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2DDB1DE-E5C1-A7D9-FAA2-C796EC4216D1}"/>
              </a:ext>
            </a:extLst>
          </p:cNvPr>
          <p:cNvSpPr/>
          <p:nvPr/>
        </p:nvSpPr>
        <p:spPr>
          <a:xfrm>
            <a:off x="15137606" y="39166801"/>
            <a:ext cx="15137605" cy="3636961"/>
          </a:xfrm>
          <a:prstGeom prst="rect">
            <a:avLst/>
          </a:prstGeom>
          <a:solidFill>
            <a:srgbClr val="AA7D7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Z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D9ACF02-2F52-8891-79E4-2EC3F92006F2}"/>
              </a:ext>
            </a:extLst>
          </p:cNvPr>
          <p:cNvSpPr txBox="1"/>
          <p:nvPr/>
        </p:nvSpPr>
        <p:spPr>
          <a:xfrm>
            <a:off x="16705148" y="34013505"/>
            <a:ext cx="120025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KZ" sz="7200" dirty="0"/>
              <a:t>Conclusion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7ECA032-48C8-92E8-5E2B-7F5C147FB1A6}"/>
              </a:ext>
            </a:extLst>
          </p:cNvPr>
          <p:cNvSpPr txBox="1"/>
          <p:nvPr/>
        </p:nvSpPr>
        <p:spPr>
          <a:xfrm>
            <a:off x="16392694" y="39366376"/>
            <a:ext cx="120025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KZ" sz="7200" dirty="0"/>
              <a:t>References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19C7F8C-0A33-AE45-A08B-781CF1D7F9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24453" y="8324091"/>
            <a:ext cx="12757712" cy="672969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B5B9497-ABC5-6F96-455E-327B1E1B80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4617" y="18762618"/>
            <a:ext cx="11109983" cy="437388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3E74209-E430-0266-1781-51068746FC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636056" y="18490933"/>
            <a:ext cx="8942850" cy="4376937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E963AEC4-805E-E796-EF88-EB9AD9E1EE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4493" y="29771514"/>
            <a:ext cx="27384413" cy="2310559"/>
          </a:xfrm>
          <a:prstGeom prst="rect">
            <a:avLst/>
          </a:prstGeom>
        </p:spPr>
      </p:pic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B76CE51A-29F1-725B-7C2C-80EF7878D38D}"/>
              </a:ext>
            </a:extLst>
          </p:cNvPr>
          <p:cNvGraphicFramePr>
            <a:graphicFrameLocks noGrp="1"/>
          </p:cNvGraphicFramePr>
          <p:nvPr/>
        </p:nvGraphicFramePr>
        <p:xfrm>
          <a:off x="10621963" y="20853400"/>
          <a:ext cx="9029700" cy="10972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50900">
                  <a:extLst>
                    <a:ext uri="{9D8B030D-6E8A-4147-A177-3AD203B41FA5}">
                      <a16:colId xmlns:a16="http://schemas.microsoft.com/office/drawing/2014/main" val="168947069"/>
                    </a:ext>
                  </a:extLst>
                </a:gridCol>
                <a:gridCol w="431800">
                  <a:extLst>
                    <a:ext uri="{9D8B030D-6E8A-4147-A177-3AD203B41FA5}">
                      <a16:colId xmlns:a16="http://schemas.microsoft.com/office/drawing/2014/main" val="2184802070"/>
                    </a:ext>
                  </a:extLst>
                </a:gridCol>
                <a:gridCol w="431800">
                  <a:extLst>
                    <a:ext uri="{9D8B030D-6E8A-4147-A177-3AD203B41FA5}">
                      <a16:colId xmlns:a16="http://schemas.microsoft.com/office/drawing/2014/main" val="3020362902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1690818549"/>
                    </a:ext>
                  </a:extLst>
                </a:gridCol>
                <a:gridCol w="1054100">
                  <a:extLst>
                    <a:ext uri="{9D8B030D-6E8A-4147-A177-3AD203B41FA5}">
                      <a16:colId xmlns:a16="http://schemas.microsoft.com/office/drawing/2014/main" val="3220897374"/>
                    </a:ext>
                  </a:extLst>
                </a:gridCol>
                <a:gridCol w="1308100">
                  <a:extLst>
                    <a:ext uri="{9D8B030D-6E8A-4147-A177-3AD203B41FA5}">
                      <a16:colId xmlns:a16="http://schemas.microsoft.com/office/drawing/2014/main" val="1406790128"/>
                    </a:ext>
                  </a:extLst>
                </a:gridCol>
                <a:gridCol w="431800">
                  <a:extLst>
                    <a:ext uri="{9D8B030D-6E8A-4147-A177-3AD203B41FA5}">
                      <a16:colId xmlns:a16="http://schemas.microsoft.com/office/drawing/2014/main" val="2842590171"/>
                    </a:ext>
                  </a:extLst>
                </a:gridCol>
                <a:gridCol w="431800">
                  <a:extLst>
                    <a:ext uri="{9D8B030D-6E8A-4147-A177-3AD203B41FA5}">
                      <a16:colId xmlns:a16="http://schemas.microsoft.com/office/drawing/2014/main" val="520473253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3365999837"/>
                    </a:ext>
                  </a:extLst>
                </a:gridCol>
                <a:gridCol w="1054100">
                  <a:extLst>
                    <a:ext uri="{9D8B030D-6E8A-4147-A177-3AD203B41FA5}">
                      <a16:colId xmlns:a16="http://schemas.microsoft.com/office/drawing/2014/main" val="3629754852"/>
                    </a:ext>
                  </a:extLst>
                </a:gridCol>
                <a:gridCol w="1308100">
                  <a:extLst>
                    <a:ext uri="{9D8B030D-6E8A-4147-A177-3AD203B41FA5}">
                      <a16:colId xmlns:a16="http://schemas.microsoft.com/office/drawing/2014/main" val="626875518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 gridSpan="5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qwen_lora_7b_no_few_shots_3_epochs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gpt_4o_mini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010904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lang_pair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BLEU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chrF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Term Acc (%)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Cons Macro Avg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Cons Weighted Avg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BLEU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chrF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Term Acc (%)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Cons Macro Avg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Cons Weighted Avg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06985916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en→de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46.29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72.08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55.58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0.8977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0.7993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47.83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73.75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61.59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0.9005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0.8083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83548293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en→es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61.86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80.99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87.86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0.9112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0.8129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57.42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77.91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89.31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0.9086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0.807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4128598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en→ru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45.45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71.89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68.92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0.8886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0.7101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37.19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68.09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73.51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0.8916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0.7043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58453721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MACRO_AVG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51.2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74.98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70.79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0.8992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0.7741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47.48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73.25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74.8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0.9002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0.7732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94302760"/>
                  </a:ext>
                </a:extLst>
              </a:tr>
            </a:tbl>
          </a:graphicData>
        </a:graphic>
      </p:graphicFrame>
      <p:pic>
        <p:nvPicPr>
          <p:cNvPr id="28" name="Picture 27">
            <a:extLst>
              <a:ext uri="{FF2B5EF4-FFF2-40B4-BE49-F238E27FC236}">
                <a16:creationId xmlns:a16="http://schemas.microsoft.com/office/drawing/2014/main" id="{5E3FCE4D-E042-89E2-9DF0-21EE57A377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94493" y="25023672"/>
            <a:ext cx="20788697" cy="2543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7683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632</TotalTime>
  <Words>105</Words>
  <Application>Microsoft Office PowerPoint</Application>
  <PresentationFormat>Custom</PresentationFormat>
  <Paragraphs>64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Ilnur Gayetov</dc:creator>
  <cp:lastModifiedBy>Ivan Pylypenko</cp:lastModifiedBy>
  <cp:revision>2</cp:revision>
  <dcterms:created xsi:type="dcterms:W3CDTF">2026-07-03T11:23:04Z</dcterms:created>
  <dcterms:modified xsi:type="dcterms:W3CDTF">2026-07-04T21:01:55Z</dcterms:modified>
</cp:coreProperties>
</file>